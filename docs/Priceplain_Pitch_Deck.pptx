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552a2a57e84c6b" /><Relationship Type="http://schemas.openxmlformats.org/officeDocument/2006/relationships/extended-properties" Target="/docProps/app.xml" Id="R90883737fc014c71" /><Relationship Type="http://schemas.openxmlformats.org/officeDocument/2006/relationships/officeDocument" Target="/ppt/presentation.xml" Id="Rd623d62ff82d4d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7767284a5a4fa4"/>
  </p:sldMasterIdLst>
  <p:notesMasterIdLst>
    <p:notesMasterId xmlns:r="http://schemas.openxmlformats.org/officeDocument/2006/relationships" r:id="Rdb9cd22096c84d11"/>
  </p:notesMasterIdLst>
  <p:sldIdLst>
    <p:sldId xmlns:r="http://schemas.openxmlformats.org/officeDocument/2006/relationships" id="256" r:id="Re7919b4905dc4ef3"/>
    <p:sldId xmlns:r="http://schemas.openxmlformats.org/officeDocument/2006/relationships" id="257" r:id="R50c677678fc84c6e"/>
    <p:sldId xmlns:r="http://schemas.openxmlformats.org/officeDocument/2006/relationships" id="258" r:id="R85a11fac9efc4b17"/>
    <p:sldId xmlns:r="http://schemas.openxmlformats.org/officeDocument/2006/relationships" id="259" r:id="Rdb7022f7f6044382"/>
    <p:sldId xmlns:r="http://schemas.openxmlformats.org/officeDocument/2006/relationships" id="260" r:id="Rc88582e38b4d435c"/>
    <p:sldId xmlns:r="http://schemas.openxmlformats.org/officeDocument/2006/relationships" id="261" r:id="R1776111113d941de"/>
    <p:sldId xmlns:r="http://schemas.openxmlformats.org/officeDocument/2006/relationships" id="262" r:id="Ra8dc70c810af4ab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cbc4cbeb6143b0" /><Relationship Type="http://schemas.openxmlformats.org/officeDocument/2006/relationships/slideMaster" Target="/ppt/slideMasters/slideMaster1.xml" Id="R027767284a5a4fa4" /><Relationship Type="http://schemas.openxmlformats.org/officeDocument/2006/relationships/notesMaster" Target="/ppt/notesMasters/notesMaster1.xml" Id="Rdb9cd22096c84d11" /><Relationship Type="http://schemas.openxmlformats.org/officeDocument/2006/relationships/presProps" Target="/ppt/presProps.xml" Id="Re13b76f2da8f47f6" /><Relationship Type="http://schemas.openxmlformats.org/officeDocument/2006/relationships/tableStyles" Target="/ppt/tableStyles.xml" Id="R30b063629aa74fd1" /><Relationship Type="http://schemas.openxmlformats.org/officeDocument/2006/relationships/slide" Target="/ppt/slides/slide1.xml" Id="Re7919b4905dc4ef3" /><Relationship Type="http://schemas.openxmlformats.org/officeDocument/2006/relationships/slide" Target="/ppt/slides/slide2.xml" Id="R50c677678fc84c6e" /><Relationship Type="http://schemas.openxmlformats.org/officeDocument/2006/relationships/slide" Target="/ppt/slides/slide3.xml" Id="R85a11fac9efc4b17" /><Relationship Type="http://schemas.openxmlformats.org/officeDocument/2006/relationships/slide" Target="/ppt/slides/slide4.xml" Id="Rdb7022f7f6044382" /><Relationship Type="http://schemas.openxmlformats.org/officeDocument/2006/relationships/slide" Target="/ppt/slides/slide5.xml" Id="Rc88582e38b4d435c" /><Relationship Type="http://schemas.openxmlformats.org/officeDocument/2006/relationships/slide" Target="/ppt/slides/slide6.xml" Id="R1776111113d941de" /><Relationship Type="http://schemas.openxmlformats.org/officeDocument/2006/relationships/slide" Target="/ppt/slides/slide7.xml" Id="Ra8dc70c810af4a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f0de29823f4a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e78b3e437a4077" /><Relationship Type="http://schemas.openxmlformats.org/officeDocument/2006/relationships/notesMaster" Target="/ppt/notesMasters/notesMaster1.xml" Id="R7b4036c195ed47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af82ae373549c6" /><Relationship Type="http://schemas.openxmlformats.org/officeDocument/2006/relationships/notesMaster" Target="/ppt/notesMasters/notesMaster1.xml" Id="Rd2572cd07cc841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faa4365d85442d" /><Relationship Type="http://schemas.openxmlformats.org/officeDocument/2006/relationships/notesMaster" Target="/ppt/notesMasters/notesMaster1.xml" Id="R37ec92a9447845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b4a1ae701b40a4" /><Relationship Type="http://schemas.openxmlformats.org/officeDocument/2006/relationships/notesMaster" Target="/ppt/notesMasters/notesMaster1.xml" Id="R59313e40ed864b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357d6d97924a9a" /><Relationship Type="http://schemas.openxmlformats.org/officeDocument/2006/relationships/notesMaster" Target="/ppt/notesMasters/notesMaster1.xml" Id="Reb405d602a6340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523a13743a4b1b" /><Relationship Type="http://schemas.openxmlformats.org/officeDocument/2006/relationships/notesMaster" Target="/ppt/notesMasters/notesMaster1.xml" Id="Rb0bf1858451740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3fb9d030c741fe" /><Relationship Type="http://schemas.openxmlformats.org/officeDocument/2006/relationships/notesMaster" Target="/ppt/notesMasters/notesMaster1.xml" Id="R1bb53af1238141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7bd096aa443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19fb2118ba4a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433fb927c4a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7f4addf0a4c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74a9f1622f40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2741186e2c43d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6808941dff49a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5578136fa4b9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6ec6240bd0466c" /><Relationship Type="http://schemas.openxmlformats.org/officeDocument/2006/relationships/image" Target="/ppt/media/image.png" Id="Ra79205b4f72c44e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d315dec814084" /><Relationship Type="http://schemas.openxmlformats.org/officeDocument/2006/relationships/image" Target="/ppt/media/image2.png" Id="R7bd822968da14651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a79205b4f72c44e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7bd822968da1465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bd28aba2a24c05" /><Relationship Type="http://schemas.openxmlformats.org/officeDocument/2006/relationships/slideLayout" Target="/ppt/slideLayouts/slideLayout1.xml" Id="R907e98a5c82e4144" /><Relationship Type="http://schemas.openxmlformats.org/officeDocument/2006/relationships/slideLayout" Target="/ppt/slideLayouts/slideLayout2.xml" Id="Ra29015c57f3643fb" /><Relationship Type="http://schemas.openxmlformats.org/officeDocument/2006/relationships/slideLayout" Target="/ppt/slideLayouts/slideLayout3.xml" Id="R05c3931a620440dc" /><Relationship Type="http://schemas.openxmlformats.org/officeDocument/2006/relationships/slideLayout" Target="/ppt/slideLayouts/slideLayout4.xml" Id="Re1394d4de26140d2" /><Relationship Type="http://schemas.openxmlformats.org/officeDocument/2006/relationships/slideLayout" Target="/ppt/slideLayouts/slideLayout5.xml" Id="Rc079f6e754294320" /><Relationship Type="http://schemas.openxmlformats.org/officeDocument/2006/relationships/slideLayout" Target="/ppt/slideLayouts/slideLayout6.xml" Id="Re8bbfefd801f4c3c" /><Relationship Type="http://schemas.openxmlformats.org/officeDocument/2006/relationships/slideLayout" Target="/ppt/slideLayouts/slideLayout7.xml" Id="R7fa9cad564204f86" /><Relationship Type="http://schemas.openxmlformats.org/officeDocument/2006/relationships/slideLayout" Target="/ppt/slideLayouts/slideLayout8.xml" Id="R244ee767b24f44c4" /><Relationship Type="http://schemas.openxmlformats.org/officeDocument/2006/relationships/slideLayout" Target="/ppt/slideLayouts/slideLayout9.xml" Id="Re4af06f5af7542c6" /><Relationship Type="http://schemas.openxmlformats.org/officeDocument/2006/relationships/slideLayout" Target="/ppt/slideLayouts/slideLayout10.xml" Id="Rb51b029d13f049d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7e98a5c82e4144"/>
    <p:sldLayoutId xmlns:r="http://schemas.openxmlformats.org/officeDocument/2006/relationships" id="2147483650" r:id="Ra29015c57f3643fb"/>
    <p:sldLayoutId xmlns:r="http://schemas.openxmlformats.org/officeDocument/2006/relationships" id="2147483651" r:id="R05c3931a620440dc"/>
    <p:sldLayoutId xmlns:r="http://schemas.openxmlformats.org/officeDocument/2006/relationships" id="2147483652" r:id="Re1394d4de26140d2"/>
    <p:sldLayoutId xmlns:r="http://schemas.openxmlformats.org/officeDocument/2006/relationships" id="2147483653" r:id="Rc079f6e754294320"/>
    <p:sldLayoutId xmlns:r="http://schemas.openxmlformats.org/officeDocument/2006/relationships" id="2147483654" r:id="Re8bbfefd801f4c3c"/>
    <p:sldLayoutId xmlns:r="http://schemas.openxmlformats.org/officeDocument/2006/relationships" id="2147483655" r:id="R7fa9cad564204f86"/>
    <p:sldLayoutId xmlns:r="http://schemas.openxmlformats.org/officeDocument/2006/relationships" id="2147483656" r:id="R244ee767b24f44c4"/>
    <p:sldLayoutId xmlns:r="http://schemas.openxmlformats.org/officeDocument/2006/relationships" id="2147483657" r:id="Re4af06f5af7542c6"/>
    <p:sldLayoutId xmlns:r="http://schemas.openxmlformats.org/officeDocument/2006/relationships" id="2147483658" r:id="Rb51b029d13f049dc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3d475d00546c5" /><Relationship Type="http://schemas.openxmlformats.org/officeDocument/2006/relationships/notesSlide" Target="/ppt/notesSlides/notesSlide1.xml" Id="R126ad1a6064b4c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6385c8376cf4fd5" /><Relationship Type="http://schemas.openxmlformats.org/officeDocument/2006/relationships/notesSlide" Target="/ppt/notesSlides/notesSlide2.xml" Id="Rceec517f14ac4f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b0d7c1b96b4d30" /><Relationship Type="http://schemas.openxmlformats.org/officeDocument/2006/relationships/notesSlide" Target="/ppt/notesSlides/notesSlide3.xml" Id="R6831f0a4d1e146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ca71b733284e22" /><Relationship Type="http://schemas.openxmlformats.org/officeDocument/2006/relationships/image" Target="/ppt/media/image3.png" Id="Reb65ad7df87e4766" /><Relationship Type="http://schemas.openxmlformats.org/officeDocument/2006/relationships/notesSlide" Target="/ppt/notesSlides/notesSlide4.xml" Id="R9116fd103bf248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d0aeed70fb45f5" /><Relationship Type="http://schemas.openxmlformats.org/officeDocument/2006/relationships/image" Target="/ppt/media/image4.png" Id="Rd49493aff8cd474f" /><Relationship Type="http://schemas.openxmlformats.org/officeDocument/2006/relationships/image" Target="/ppt/media/image5.png" Id="Re594ef52f33f4f54" /><Relationship Type="http://schemas.openxmlformats.org/officeDocument/2006/relationships/notesSlide" Target="/ppt/notesSlides/notesSlide5.xml" Id="R21a0dbe283f949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941a5824c14c9f" /><Relationship Type="http://schemas.openxmlformats.org/officeDocument/2006/relationships/notesSlide" Target="/ppt/notesSlides/notesSlide6.xml" Id="Rcee35069460540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fc495918664c6d" /><Relationship Type="http://schemas.openxmlformats.org/officeDocument/2006/relationships/image" Target="/ppt/media/image6.png" Id="R39d5cdf6579e40a3" /><Relationship Type="http://schemas.openxmlformats.org/officeDocument/2006/relationships/notesSlide" Target="/ppt/notesSlides/notesSlide7.xml" Id="R464285a30f6748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7211D"/>
                </a:solidFill>
              </a:defRPr>
            </a:pPr>
            <a:r>
              <a:rPr sz="5700" b="1">
                <a:solidFill>
                  <a:srgbClr val="17211D"/>
                </a:solidFill>
              </a:rPr>
              <a:t>Priceplain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0534A"/>
                </a:solidFill>
              </a:defRPr>
            </a:pPr>
            <a:r>
              <a:rPr sz="1875">
                <a:solidFill>
                  <a:srgbClr val="40534A"/>
                </a:solidFill>
              </a:rPr>
              <a:t>AI pricing copilot for founders turning vibe-coded apps into paid products.</a:t>
            </a:r>
          </a:p>
          <a:p xmlns:a="http://schemas.openxmlformats.org/drawingml/2006/main">
            <a:r>
              <a:rPr sz="2000"/>
              <a:t/>
            </a:r>
          </a:p>
          <a:p xmlns:a="http://schemas.openxmlformats.org/drawingml/2006/main">
            <a:pPr>
              <a:defRPr sz="1875">
                <a:solidFill>
                  <a:srgbClr val="40534A"/>
                </a:solidFill>
              </a:defRPr>
            </a:pPr>
            <a:r>
              <a:rPr sz="1875">
                <a:solidFill>
                  <a:srgbClr val="40534A"/>
                </a:solidFill>
              </a:rPr>
              <a:t>Live demo: priceplain.vercel.app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40534A"/>
                </a:solidFill>
              </a:defRPr>
            </a:pPr>
            <a:r>
              <a:rPr sz="1350" b="1">
                <a:solidFill>
                  <a:srgbClr val="40534A"/>
                </a:solidFill>
              </a:rPr>
              <a:t>ENCODE VIBE CODING HACKATHON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Solvimon + Codeplain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solidFill>
                  <a:srgbClr val="17211D"/>
                </a:solidFill>
              </a:defRPr>
            </a:pPr>
            <a:r>
              <a:rPr sz="1650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What founders hit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solidFill>
                  <a:srgbClr val="17211D"/>
                </a:solidFill>
              </a:defRPr>
            </a:pPr>
            <a:r>
              <a:rPr sz="1650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AI prototypes are now quick to ship, but pricing is still a guess. Model, storage and API costs make unlimited plans risky.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solidFill>
                  <a:srgbClr val="17211D"/>
                </a:solidFill>
              </a:defRPr>
            </a:pPr>
            <a:r>
              <a:rPr sz="1650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The hard question is not just what to charge. It is what to meter, where to cap usage, and whether the margin survives real customers.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211D"/>
                </a:solidFill>
              </a:defRPr>
            </a:pPr>
            <a:fld id="{E2598689-54C9-18A7-3A19-ED76AA08988F}" type="slidenum">
              <a:rPr sz="1050">
                <a:solidFill>
                  <a:srgbClr val="17211D"/>
                </a:solidFill>
              </a:rPr>
              <a:t>2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solidFill>
                  <a:srgbClr val="17211D"/>
                </a:solidFill>
              </a:defRPr>
            </a:pPr>
            <a:r>
              <a:rPr sz="1650" b="0" i="0" u="none" cap="none">
                <a:ln>
                  <a:noFill/>
                </a:ln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Why sponsors should care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solidFill>
                  <a:srgbClr val="17211D"/>
                </a:solidFill>
              </a:defRPr>
            </a:pPr>
            <a:r>
              <a:rPr sz="1650" b="0" i="0" u="none" cap="none">
                <a:ln>
                  <a:noFill/>
                </a:ln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Solvimon rewards business potential, not a clever demo alone. Priceplain sits before billing implementation and turns founder assumptions into objects a usage-based billing workflow can inspect.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solidFill>
                  <a:srgbClr val="17211D"/>
                </a:solidFill>
              </a:defRPr>
            </a:pPr>
            <a:r>
              <a:rPr sz="1650" b="0" i="0" u="none" cap="none">
                <a:ln>
                  <a:noFill/>
                </a:ln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The Codeplain angle is explicit: product rules and acceptance tests are written as .plain specs.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11D"/>
                </a:solidFill>
              </a:defRPr>
            </a:pPr>
            <a:r>
              <a:rPr sz="3000" b="1">
                <a:solidFill>
                  <a:srgbClr val="17211D"/>
                </a:solidFill>
              </a:rPr>
              <a:t>The launch gap: built fast, priced late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9D28F4-0533-71C4-6121-D7C1CF7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937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E8F3EF"/>
          </a:solidFill>
          <a:ln xmlns:a="http://schemas.openxmlformats.org/drawingml/2006/main" w="9525">
            <a:solidFill>
              <a:srgbClr val="CFE0D8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220E5B-9AD4-0A77-D081-8DD6CED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2369856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15B47D-C18B-C33D-B6B9-8B12C7F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43561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70AE1A9-6BFA-C8F8-15D8-E0C474C987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211D"/>
                </a:solidFill>
              </a:defRPr>
            </a:pPr>
            <a:fld id="{202359C0-8A7A-196E-DD58-8E6569619F09}" type="slidenum">
              <a:rPr sz="1050">
                <a:solidFill>
                  <a:srgbClr val="17211D"/>
                </a:solidFill>
              </a:rPr>
              <a:t>3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98E6F4A-D901-EDDD-8055-85C5D5B50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1" y="344008"/>
            <a:ext cx="4928108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1D"/>
                </a:solidFill>
              </a:defRPr>
            </a:pPr>
            <a:r>
              <a:rPr sz="3150" b="1">
                <a:solidFill>
                  <a:srgbClr val="17211D"/>
                </a:solidFill>
              </a:rPr>
              <a:t>What Priceplain does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851832-A61E-C0E6-B2C4-DAC1BEA62DF8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61100" y="672952"/>
            <a:ext cx="5287433" cy="1079796"/>
          </a:xfrm>
        </p:spPr>
        <p:txBody>
          <a:bodyPr xmlns:a="http://schemas.openxmlformats.org/drawingml/2006/main">
            <a:normAutofit fontScale="80759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1D"/>
                </a:solidFill>
              </a:defRPr>
            </a:pPr>
            <a:r>
              <a:rPr sz="1725" b="0" i="0" u="none" cap="none">
                <a:ln>
                  <a:noFill/>
                </a:ln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1. Model pricing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  <a:defRPr sz="1725">
                <a:solidFill>
                  <a:srgbClr val="17211D"/>
                </a:solidFill>
              </a:defRPr>
            </a:pPr>
            <a:r>
              <a:rPr sz="1725" b="0" i="0" u="none" cap="none">
                <a:ln>
                  <a:noFill/>
                </a:ln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Generate Free, Starter, Growth and Scale tiers from usage costs, fixed costs, margin target, conversion, churn and growth.</a:t>
            </a: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1492ACB-99F1-D37C-A4AB-B658921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664788"/>
            <a:ext cx="5287433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132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  <a:defRPr sz="1725">
                <a:solidFill>
                  <a:srgbClr val="17211D"/>
                </a:solidFill>
              </a:defRPr>
            </a:pPr>
            <a:r>
              <a:rPr sz="1725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2. Meter usage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  <a:defRPr sz="1725">
                <a:solidFill>
                  <a:srgbClr val="17211D"/>
                </a:solidFill>
              </a:defRPr>
            </a:pPr>
            <a:r>
              <a:rPr sz="1725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Create value metrics, billing events, overage rules, credit policies and invoice-line assumptions.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E244A58-AA3E-6549-238A-E0B6EB98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656290"/>
            <a:ext cx="5287433" cy="10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6841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  <a:defRPr sz="1725">
                <a:solidFill>
                  <a:srgbClr val="17211D"/>
                </a:solidFill>
              </a:defRPr>
            </a:pPr>
            <a:r>
              <a:rPr sz="1725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3. Prove viability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  <a:defRPr sz="1725">
                <a:solidFill>
                  <a:srgbClr val="17211D"/>
                </a:solidFill>
              </a:defRPr>
            </a:pPr>
            <a:r>
              <a:rPr sz="1725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Run revenue simulation, stress-test costs and export a judge-ready Markdown and JSON handoff.</a:t>
            </a:r>
          </a:p>
        </p:txBody>
      </p:sp>
    </p:spTree>
    <p:extLst>
      <p:ext uri="{BB962C8B-B14F-4D97-AF65-F5344CB8AC3E}">
        <p14:creationId xmlns:p14="http://schemas.microsoft.com/office/powerpoint/2010/main" val="465626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0"/>
            <a:ext cx="6261100" cy="6858000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8F3EF"/>
          </a:solidFill>
          <a:ln xmlns:a="http://schemas.openxmlformats.org/drawingml/2006/main" w="9525">
            <a:solidFill>
              <a:srgbClr val="CFE0D8"/>
            </a:solidFill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211D"/>
                </a:solidFill>
              </a:defRPr>
            </a:pPr>
            <a:fld id="{EFD6AB9A-5F9E-5F59-51AB-3C8734130965}" type="slidenum">
              <a:rPr sz="1050">
                <a:solidFill>
                  <a:srgbClr val="17211D"/>
                </a:solidFill>
              </a:rPr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11D"/>
                </a:solidFill>
              </a:defRPr>
            </a:pPr>
            <a:r>
              <a:rPr sz="3600" b="1">
                <a:solidFill>
                  <a:srgbClr val="17211D"/>
                </a:solidFill>
              </a:rPr>
              <a:t>The product is already live and demoable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297107"/>
            <a:ext cx="5537200" cy="2117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defRPr sz="2100">
                <a:solidFill>
                  <a:srgbClr val="17211D"/>
                </a:solidFill>
              </a:defRPr>
            </a:pPr>
            <a:r>
              <a:rPr sz="2100">
                <a:solidFill>
                  <a:srgbClr val="17211D"/>
                </a:solidFill>
              </a:rPr>
              <a:t>Pricing workspace: tiers, cost drivers, margin score and shareable demo presets.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5ad7df87e4766"/>
          <a:srcRect xmlns:a="http://schemas.openxmlformats.org/drawingml/2006/main" l="0" t="7621" r="0" b="76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19100"/>
            <a:ext cx="5619750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0B8991-15CE-5924-F040-9CC6E6C804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977136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solidFill>
                  <a:srgbClr val="17211D"/>
                </a:solidFill>
              </a:defRPr>
            </a:pPr>
            <a:r>
              <a:rPr sz="1650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Priceplain turns the business decision into implementation evidence: value metric, meters, plans, invoice items, credit policies, compact developer object and exportable JSON.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solidFill>
                  <a:srgbClr val="17211D"/>
                </a:solidFill>
              </a:defRPr>
            </a:pPr>
            <a:r>
              <a:rPr sz="1650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It is not claiming to be a live Solvimon integration. The MVP proves the planning and handoff layer before checkout or quote-to-cash work.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60879D-9A12-E66E-63A7-9EAE035EDE7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211D"/>
                </a:solidFill>
              </a:defRPr>
            </a:pPr>
            <a:fld id="{EE5B3003-2C54-13C6-9832-7637201064DE}" type="slidenum">
              <a:rPr sz="1050">
                <a:solidFill>
                  <a:srgbClr val="17211D"/>
                </a:solidFill>
              </a:rPr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64CA8E-885C-5948-3B1F-1E7285BD26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11D"/>
                </a:solidFill>
              </a:defRPr>
            </a:pPr>
            <a:r>
              <a:rPr sz="3000" b="1">
                <a:solidFill>
                  <a:srgbClr val="17211D"/>
                </a:solidFill>
              </a:rPr>
              <a:t>Solvimon proof: pricing becomes billing handoff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9A77EF8F-7D2D-B0A4-22FC-0DFD48E5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032000"/>
            <a:ext cx="2581975" cy="3962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4053458-0312-2074-FD20-BF977E26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957" y="2032000"/>
            <a:ext cx="2597343" cy="3962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368FE714-E23E-EF23-52EC-6BCED49E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256" y="4204277"/>
            <a:ext cx="2145400" cy="1599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Solvimon Handoff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Meters, plans and invoice items are visible.</a:t>
            </a:r>
          </a:p>
        </p:txBody>
      </p:sp>
      <p:sp>
        <p:nvSpPr>
          <p:cNvPr id="5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1B866A88-0792-644A-55AC-C2F19886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210" y="4204277"/>
            <a:ext cx="2149303" cy="1599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Submission Pack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500" b="1">
                <a:solidFill>
                  <a:srgbClr val="17211D"/>
                </a:solidFill>
              </a:defRPr>
            </a:pPr>
            <a:r>
              <a:rPr sz="1500" b="1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Judge lens, export text and demo proof.</a:t>
            </a:r>
          </a:p>
        </p:txBody>
      </p:sp>
      <p:pic>
        <p:nvPicPr>
          <p:cNvPr id="5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493aff8cd474f"/>
          <a:srcRect xmlns:a="http://schemas.openxmlformats.org/drawingml/2006/main" l="0" t="19106" r="0" b="191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171700"/>
            <a:ext cx="2343150" cy="180975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pic>
        <p:nvPicPr>
          <p:cNvPr id="5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4ef52f33f4f54"/>
          <a:srcRect xmlns:a="http://schemas.openxmlformats.org/drawingml/2006/main" l="0" t="19106" r="0" b="191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4975" y="2171700"/>
            <a:ext cx="2343150" cy="180975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</p:spTree>
    <p:extLst>
      <p:ext uri="{BB962C8B-B14F-4D97-AF65-F5344CB8AC3E}">
        <p14:creationId xmlns:p14="http://schemas.microsoft.com/office/powerpoint/2010/main" val="9070364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211D"/>
                </a:solidFill>
              </a:defRPr>
            </a:pPr>
            <a:fld id="{8C630A04-5A25-9E0C-9436-126091DB86B3}" type="slidenum">
              <a:rPr sz="1050">
                <a:solidFill>
                  <a:srgbClr val="17211D"/>
                </a:solidFill>
              </a:rPr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1D"/>
                </a:solidFill>
              </a:defRPr>
            </a:pPr>
            <a:r>
              <a:rPr sz="2850" b="1">
                <a:solidFill>
                  <a:srgbClr val="17211D"/>
                </a:solidFill>
              </a:rPr>
              <a:t>Business potential in five proof points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  <a:defRPr sz="1800" b="1">
                <a:solidFill>
                  <a:srgbClr val="17211D"/>
                </a:solidFill>
              </a:defRPr>
            </a:pPr>
            <a:r>
              <a:rPr sz="1800" b="1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Why someone wants this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  <a:defRPr sz="1425">
                <a:solidFill>
                  <a:srgbClr val="17211D"/>
                </a:solidFill>
              </a:defRPr>
            </a:pPr>
            <a:r>
              <a:rPr sz="1425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Founders need pricing before they wire billing.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  <a:defRPr sz="1425">
                <a:solidFill>
                  <a:srgbClr val="17211D"/>
                </a:solidFill>
              </a:defRPr>
            </a:pPr>
            <a:r>
              <a:rPr sz="1425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Usage costs can quietly erase margin.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  <a:defRPr sz="1425">
                <a:solidFill>
                  <a:srgbClr val="17211D"/>
                </a:solidFill>
              </a:defRPr>
            </a:pPr>
            <a:r>
              <a:rPr sz="1425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The output is immediately useful.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  <a:defRPr sz="1800" b="1">
                <a:solidFill>
                  <a:srgbClr val="17211D"/>
                </a:solidFill>
              </a:defRPr>
            </a:pPr>
            <a:r>
              <a:rPr sz="1800" b="1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Why we keep building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  <a:defRPr sz="1425">
                <a:solidFill>
                  <a:srgbClr val="17211D"/>
                </a:solidFill>
              </a:defRPr>
            </a:pPr>
            <a:r>
              <a:rPr sz="1425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Next: customer interviews, live Solvimon checkout adapter, saved workspaces and pricing benchmarks.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17211D"/>
                </a:solidFill>
              </a:defRPr>
            </a:pPr>
            <a:r>
              <a:rPr sz="1500">
                <a:solidFill>
                  <a:srgbClr val="17211D"/>
                </a:solidFill>
                <a:latin typeface="Helvetica Neue Medium"/>
                <a:ea typeface="Helvetica Neue Medium"/>
                <a:cs typeface="Helvetica Neue Medium"/>
              </a:rPr>
              <a:t>Target buyer: indie AI SaaS founders moving from prototype to paid launch.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17211D"/>
                </a:solidFill>
              </a:defRPr>
            </a:pPr>
            <a:r>
              <a:rPr sz="1500">
                <a:solidFill>
                  <a:srgbClr val="17211D"/>
                </a:solidFill>
                <a:latin typeface="Helvetica Neue"/>
                <a:ea typeface="Helvetica Neue"/>
                <a:cs typeface="Helvetica Neue"/>
              </a:rPr>
              <a:t>Monetisation: free audit, then paid workspaces, reports, billing templates and implementation handoff support.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17211D"/>
                </a:solidFill>
              </a:defRPr>
            </a:pPr>
            <a:r>
              <a:rPr sz="1500">
                <a:solidFill>
                  <a:srgbClr val="17211D"/>
                </a:solidFill>
              </a:rPr>
              <a:t>Difference: Priceplain joins value metric, usage costs, tiers, overages, margin risk and billing objects in one workflow.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425">
                <a:solidFill>
                  <a:srgbClr val="40534A"/>
                </a:solidFill>
              </a:defRPr>
            </a:pPr>
            <a:r>
              <a:rPr sz="1425">
                <a:solidFill>
                  <a:srgbClr val="40534A"/>
                </a:solidFill>
                <a:latin typeface="Helvetica Neue"/>
                <a:ea typeface="Helvetica Neue"/>
                <a:cs typeface="Helvetica Neue"/>
              </a:rPr>
              <a:t>Primary tracks: Solvimon and Codeplain. Secondary proof: Vercel deployment and optional FLock governance review.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0"/>
            <a:ext cx="6261100" cy="6858000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8F3EF"/>
          </a:solidFill>
          <a:ln xmlns:a="http://schemas.openxmlformats.org/drawingml/2006/main" w="9525">
            <a:solidFill>
              <a:srgbClr val="CFE0D8"/>
            </a:solidFill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211D"/>
                </a:solidFill>
              </a:defRPr>
            </a:pPr>
            <a:fld id="{D3D7D1C8-AE23-AA48-DF65-C742588DBE47}" type="slidenum">
              <a:rPr sz="1050">
                <a:solidFill>
                  <a:srgbClr val="17211D"/>
                </a:solidFill>
              </a:rPr>
              <a:t>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1D"/>
                </a:solidFill>
              </a:defRPr>
            </a:pPr>
            <a:r>
              <a:rPr sz="3900" b="1">
                <a:solidFill>
                  <a:srgbClr val="17211D"/>
                </a:solidFill>
              </a:rPr>
              <a:t>Demo links and submission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297107"/>
            <a:ext cx="5537200" cy="2117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defRPr sz="1800">
                <a:solidFill>
                  <a:srgbClr val="17211D"/>
                </a:solidFill>
              </a:defRPr>
            </a:pPr>
            <a:r>
              <a:rPr sz="1800">
                <a:solidFill>
                  <a:srgbClr val="17211D"/>
                </a:solidFill>
              </a:rPr>
              <a:t>Live demo</a:t>
            </a:r>
          </a:p>
          <a:p xmlns:a="http://schemas.openxmlformats.org/drawingml/2006/main">
            <a:pPr>
              <a:defRPr sz="1800">
                <a:solidFill>
                  <a:srgbClr val="17211D"/>
                </a:solidFill>
              </a:defRPr>
            </a:pPr>
            <a:r>
              <a:rPr sz="1800">
                <a:solidFill>
                  <a:srgbClr val="17211D"/>
                </a:solidFill>
              </a:rPr>
              <a:t>priceplain.vercel.app</a:t>
            </a:r>
          </a:p>
          <a:p xmlns:a="http://schemas.openxmlformats.org/drawingml/2006/main">
            <a:r>
              <a:rPr sz="4200"/>
              <a:t/>
            </a:r>
          </a:p>
          <a:p xmlns:a="http://schemas.openxmlformats.org/drawingml/2006/main">
            <a:pPr>
              <a:defRPr sz="1800">
                <a:solidFill>
                  <a:srgbClr val="17211D"/>
                </a:solidFill>
              </a:defRPr>
            </a:pPr>
            <a:r>
              <a:rPr sz="1800">
                <a:solidFill>
                  <a:srgbClr val="17211D"/>
                </a:solidFill>
              </a:rPr>
              <a:t>Code</a:t>
            </a:r>
          </a:p>
          <a:p xmlns:a="http://schemas.openxmlformats.org/drawingml/2006/main">
            <a:pPr>
              <a:defRPr sz="1800">
                <a:solidFill>
                  <a:srgbClr val="17211D"/>
                </a:solidFill>
              </a:defRPr>
            </a:pPr>
            <a:r>
              <a:rPr sz="1800">
                <a:solidFill>
                  <a:srgbClr val="17211D"/>
                </a:solidFill>
              </a:rPr>
              <a:t>github.com/MasteraSnackin/Priceplain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5cdf6579e40a3"/>
          <a:srcRect xmlns:a="http://schemas.openxmlformats.org/drawingml/2006/main" l="0" t="24102" r="0" b="241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19100"/>
            <a:ext cx="5619750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2026-06-20T23:47:48.6900000Z</dcterms:created>
  <dcterms:modified xsi:type="dcterms:W3CDTF">2026-06-20T23:47:48.6900000Z</dcterms:modified>
</coreProperties>
</file>